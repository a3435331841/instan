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d4211005ad44a0" /><Relationship Type="http://schemas.openxmlformats.org/officeDocument/2006/relationships/extended-properties" Target="/docProps/app.xml" Id="Rf4492db78d724f48" /><Relationship Type="http://schemas.openxmlformats.org/officeDocument/2006/relationships/officeDocument" Target="/ppt/presentation.xml" Id="Rd6b01a8346834c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e7ed6e3af340de"/>
  </p:sldMasterIdLst>
  <p:notesMasterIdLst>
    <p:notesMasterId xmlns:r="http://schemas.openxmlformats.org/officeDocument/2006/relationships" r:id="Rf481958435a74fa2"/>
  </p:notesMasterIdLst>
  <p:sldIdLst>
    <p:sldId xmlns:r="http://schemas.openxmlformats.org/officeDocument/2006/relationships" id="256" r:id="R352737334bd04742"/>
    <p:sldId xmlns:r="http://schemas.openxmlformats.org/officeDocument/2006/relationships" id="257" r:id="R4a2b472e29764fc6"/>
    <p:sldId xmlns:r="http://schemas.openxmlformats.org/officeDocument/2006/relationships" id="258" r:id="R5bfd9dff3e6f4ebb"/>
    <p:sldId xmlns:r="http://schemas.openxmlformats.org/officeDocument/2006/relationships" id="259" r:id="R59d74350440e4e61"/>
    <p:sldId xmlns:r="http://schemas.openxmlformats.org/officeDocument/2006/relationships" id="260" r:id="R1fe0ff4cd66a42a7"/>
    <p:sldId xmlns:r="http://schemas.openxmlformats.org/officeDocument/2006/relationships" id="261" r:id="Rf03b0d9e97ca458b"/>
    <p:sldId xmlns:r="http://schemas.openxmlformats.org/officeDocument/2006/relationships" id="262" r:id="R778c1b0cfcd242c1"/>
    <p:sldId xmlns:r="http://schemas.openxmlformats.org/officeDocument/2006/relationships" id="263" r:id="Rcba4188373fe46e6"/>
    <p:sldId xmlns:r="http://schemas.openxmlformats.org/officeDocument/2006/relationships" id="264" r:id="R0f0748bd82d348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ad8621efee4851" /><Relationship Type="http://schemas.openxmlformats.org/officeDocument/2006/relationships/slideMaster" Target="/ppt/slideMasters/slideMaster1.xml" Id="Rc5e7ed6e3af340de" /><Relationship Type="http://schemas.openxmlformats.org/officeDocument/2006/relationships/notesMaster" Target="/ppt/notesMasters/notesMaster1.xml" Id="Rf481958435a74fa2" /><Relationship Type="http://schemas.openxmlformats.org/officeDocument/2006/relationships/presProps" Target="/ppt/presProps.xml" Id="R788c818e2bb14f02" /><Relationship Type="http://schemas.openxmlformats.org/officeDocument/2006/relationships/tableStyles" Target="/ppt/tableStyles.xml" Id="R6f3dfd9f2ff14e20" /><Relationship Type="http://schemas.openxmlformats.org/officeDocument/2006/relationships/slide" Target="/ppt/slides/slide1.xml" Id="R352737334bd04742" /><Relationship Type="http://schemas.openxmlformats.org/officeDocument/2006/relationships/slide" Target="/ppt/slides/slide2.xml" Id="R4a2b472e29764fc6" /><Relationship Type="http://schemas.openxmlformats.org/officeDocument/2006/relationships/slide" Target="/ppt/slides/slide3.xml" Id="R5bfd9dff3e6f4ebb" /><Relationship Type="http://schemas.openxmlformats.org/officeDocument/2006/relationships/slide" Target="/ppt/slides/slide4.xml" Id="R59d74350440e4e61" /><Relationship Type="http://schemas.openxmlformats.org/officeDocument/2006/relationships/slide" Target="/ppt/slides/slide5.xml" Id="R1fe0ff4cd66a42a7" /><Relationship Type="http://schemas.openxmlformats.org/officeDocument/2006/relationships/slide" Target="/ppt/slides/slide6.xml" Id="Rf03b0d9e97ca458b" /><Relationship Type="http://schemas.openxmlformats.org/officeDocument/2006/relationships/slide" Target="/ppt/slides/slide7.xml" Id="R778c1b0cfcd242c1" /><Relationship Type="http://schemas.openxmlformats.org/officeDocument/2006/relationships/slide" Target="/ppt/slides/slide8.xml" Id="Rcba4188373fe46e6" /><Relationship Type="http://schemas.openxmlformats.org/officeDocument/2006/relationships/slide" Target="/ppt/slides/slide9.xml" Id="R0f0748bd82d348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f9327423c248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01773f12a04af5" /><Relationship Type="http://schemas.openxmlformats.org/officeDocument/2006/relationships/notesMaster" Target="/ppt/notesMasters/notesMaster1.xml" Id="Rc8a911d967eb4e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362345dd024d63" /><Relationship Type="http://schemas.openxmlformats.org/officeDocument/2006/relationships/notesMaster" Target="/ppt/notesMasters/notesMaster1.xml" Id="R362d54791d7847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4779340ddf4cae" /><Relationship Type="http://schemas.openxmlformats.org/officeDocument/2006/relationships/notesMaster" Target="/ppt/notesMasters/notesMaster1.xml" Id="R7998c1b658574c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9d92edf9ca4a55" /><Relationship Type="http://schemas.openxmlformats.org/officeDocument/2006/relationships/notesMaster" Target="/ppt/notesMasters/notesMaster1.xml" Id="R15e14152a88646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a2e71c2b0941d8" /><Relationship Type="http://schemas.openxmlformats.org/officeDocument/2006/relationships/notesMaster" Target="/ppt/notesMasters/notesMaster1.xml" Id="Ra20942b4e3d249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a9d496c9454d28" /><Relationship Type="http://schemas.openxmlformats.org/officeDocument/2006/relationships/notesMaster" Target="/ppt/notesMasters/notesMaster1.xml" Id="R56a554ef4fe54b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270833acd541c5" /><Relationship Type="http://schemas.openxmlformats.org/officeDocument/2006/relationships/notesMaster" Target="/ppt/notesMasters/notesMaster1.xml" Id="Rd03e87417f6e45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b7e8e11cf945d2" /><Relationship Type="http://schemas.openxmlformats.org/officeDocument/2006/relationships/notesMaster" Target="/ppt/notesMasters/notesMaster1.xml" Id="R46a3c74a3e9a4e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7cab3335c549f9" /><Relationship Type="http://schemas.openxmlformats.org/officeDocument/2006/relationships/notesMaster" Target="/ppt/notesMasters/notesMaster1.xml" Id="R37109a6caec645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本页为交接汇报封面，无外部素材。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D:/instan/pano360/runs/grt360_20260809/ablation_erpwrap_29seq/bakeoff.json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D:/instan/pano360/scripts/score_external_results.py</a:t>
            </a:r>
          </a:p>
          <a:p xmlns:a="http://schemas.openxmlformats.org/drawingml/2006/main">
            <a:r>
              <a:t>- D:/instan/pano360/reports/STAGE_RESULTS_2026-08-09.md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D:/instan/pano360/runs/grt360_20260809/bakeoff_3seq/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D:/instan/pano360/runs/grt360_20260809/ablation_erpwrap_29seq/bakeoff.json</a:t>
            </a:r>
          </a:p>
          <a:p xmlns:a="http://schemas.openxmlformats.org/drawingml/2006/main">
            <a:r>
              <a:t>- D:/instan/pano360/reports/STAGE_RESULTS_2026-08-09.md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D:/instan/pano360/runs/grt360_20260809/ablation_erpwrap_29seq/bakeoff.json</a:t>
            </a:r>
          </a:p>
          <a:p xmlns:a="http://schemas.openxmlformats.org/drawingml/2006/main">
            <a:r>
              <a:t>- D:/instan/pano360/integrations/uetrack/erp_wrap.py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D:/instan/pano360/integrations/uetrack/README.md</a:t>
            </a:r>
          </a:p>
          <a:p xmlns:a="http://schemas.openxmlformats.org/drawingml/2006/main">
            <a:r>
              <a:t>- D:/instan/pano360/scripts/run_uetrack_paired_queue.sh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D:/instan/deliverables/GRT360_2026-08-09/docker/grt360-uetrack_2026-08-09_linux-amd64.tar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服务器后台队列日志：/data/projects/instan/runs/grt360_20260809/uetrack_logs/fullqueue_gpu0.log 和 fullqueue_gpu1.log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3a8524ac841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8f82234b374e02" /><Relationship Type="http://schemas.openxmlformats.org/officeDocument/2006/relationships/slideLayout" Target="/ppt/slideLayouts/slideLayout1.xml" Id="Rc8f20973567b49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20973567b49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6623388fe4a17" /><Relationship Type="http://schemas.openxmlformats.org/officeDocument/2006/relationships/notesSlide" Target="/ppt/notesSlides/notesSlide1.xml" Id="R1d9c47430f8349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d8b74e1674157" /><Relationship Type="http://schemas.openxmlformats.org/officeDocument/2006/relationships/notesSlide" Target="/ppt/notesSlides/notesSlide2.xml" Id="R5123d7d6b39749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daacf56f34674" /><Relationship Type="http://schemas.openxmlformats.org/officeDocument/2006/relationships/notesSlide" Target="/ppt/notesSlides/notesSlide3.xml" Id="Rc48096eb9f6449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0ee8fe66f4572" /><Relationship Type="http://schemas.openxmlformats.org/officeDocument/2006/relationships/chart" Target="/ppt/slides/charts/chart1.xml" Id="R7808bbc001914dfe" /><Relationship Type="http://schemas.openxmlformats.org/officeDocument/2006/relationships/notesSlide" Target="/ppt/notesSlides/notesSlide4.xml" Id="R4ed93701ab0148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b1e01cfb54f17" /><Relationship Type="http://schemas.openxmlformats.org/officeDocument/2006/relationships/chart" Target="/ppt/slides/charts/chart2.xml" Id="Raa1d381856854053" /><Relationship Type="http://schemas.openxmlformats.org/officeDocument/2006/relationships/notesSlide" Target="/ppt/notesSlides/notesSlide5.xml" Id="R3921393a1a0b42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1ca872f374f30" /><Relationship Type="http://schemas.openxmlformats.org/officeDocument/2006/relationships/notesSlide" Target="/ppt/notesSlides/notesSlide6.xml" Id="Rc590a39b5ca343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aee75a8424dac" /><Relationship Type="http://schemas.openxmlformats.org/officeDocument/2006/relationships/notesSlide" Target="/ppt/notesSlides/notesSlide7.xml" Id="Rfc2aa16ae6b240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f7e2c3fb14fe7" /><Relationship Type="http://schemas.openxmlformats.org/officeDocument/2006/relationships/notesSlide" Target="/ppt/notesSlides/notesSlide8.xml" Id="R5db05bfae7934a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a380e69184253" /><Relationship Type="http://schemas.openxmlformats.org/officeDocument/2006/relationships/notesSlide" Target="/ppt/notesSlides/notesSlide9.xml" Id="R7bc9e595801a49d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UETrack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0.5247</c:v>
              </c:pt>
              <c:pt idx="1">
                <c:v>0.5953</c:v>
              </c:pt>
            </c:numLit>
          </c:val>
        </c:ser>
        <c:ser>
          <c:idx val="1"/>
          <c:order val="1"/>
          <c:tx>
            <c:v>LightFC ONNX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0.3364</c:v>
              </c:pt>
              <c:pt idx="1">
                <c:v>0.3687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B0D1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647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470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B647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ERP wrap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0.486</c:v>
              </c:pt>
              <c:pt idx="1">
                <c:v>0.5452</c:v>
              </c:pt>
            </c:numLit>
          </c:val>
        </c:ser>
        <c:ser>
          <c:idx val="1"/>
          <c:order val="1"/>
          <c:tx>
            <c:v>Base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0.3892</c:v>
              </c:pt>
              <c:pt idx="1">
                <c:v>0.4217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B0D1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647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470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B647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F3348-960E-4882-9570-66D9F54B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43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61C3B-8982-4B11-A79B-13A30321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191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GRT-360 · RESEARCH HANDOFF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75683-4A12-433E-87F8-194FCC08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62100"/>
            <a:ext cx="866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B0D10"/>
                </a:solidFill>
              </a:defRPr>
            </a:pPr>
            <a:r>
              <a:rPr sz="4050" b="1">
                <a:solidFill>
                  <a:srgbClr val="0B0D10"/>
                </a:solidFill>
              </a:rPr>
              <a:t>服务器接管与阶段成果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22B3C-D2DE-47F3-988F-DF7F5A25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B6470"/>
                </a:solidFill>
              </a:defRPr>
            </a:pPr>
            <a:r>
              <a:rPr sz="1800">
                <a:solidFill>
                  <a:srgbClr val="5B6470"/>
                </a:solidFill>
              </a:rPr>
              <a:t>从可复现实验协议，到可断网运行的 UETrack 交付物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2D42C-4419-45C1-B830-FD9483C9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更新时间 2026-08-09 · 阶段结果持续回传中</a:t>
            </a:r>
          </a:p>
        </p:txBody>
      </p:sp>
    </p:spTree>
    <p:extLst>
      <p:ext uri="{BB962C8B-B14F-4D97-AF65-F5344CB8AC3E}">
        <p14:creationId xmlns:p14="http://schemas.microsoft.com/office/powerpoint/2010/main" val="9266879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42176B-EEEB-4BC8-A2A7-A3A6EA3E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03766-77F4-4FC6-834A-A6830029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先回答：当前能交付什么？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BABFC-46FE-40AE-AF21-3DCC2FCF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10A80-0B93-4E51-AAC9-6541892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628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rPr sz="1950" b="1">
                <a:solidFill>
                  <a:srgbClr val="0B0D10"/>
                </a:solidFill>
              </a:rPr>
              <a:t>主干模型已经选定，工程闭环已经打通；最后的 120 条全量分数仍由服务器队列继续产生。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B75DE-A417-4873-B015-C3505048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0.4860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ABBE3-5016-447D-A8FA-7EA5E306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431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B6470"/>
                </a:solidFill>
              </a:defRPr>
            </a:pPr>
            <a:r>
              <a:rPr sz="1275">
                <a:solidFill>
                  <a:srgbClr val="5B6470"/>
                </a:solidFill>
              </a:rPr>
              <a:t>29 条序列 ERP-wrap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92CED-4564-4E19-8DA8-5D7D99F0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0.5452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052D5-AE8A-421D-99D4-C8BA4D87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B6470"/>
                </a:solidFill>
              </a:defRPr>
            </a:pPr>
            <a:r>
              <a:rPr sz="1275">
                <a:solidFill>
                  <a:srgbClr val="5B6470"/>
                </a:solidFill>
              </a:rPr>
              <a:t>29 条序列 ERP-wrap SR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ACB8C-C91D-4B50-861D-ABD6FD23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1D9E7-546F-4222-9B8E-27B4C2DD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7D64"/>
                </a:solidFill>
              </a:defRPr>
            </a:pPr>
            <a:r>
              <a:rPr sz="1650" b="1">
                <a:solidFill>
                  <a:srgbClr val="147D64"/>
                </a:solidFill>
              </a:rPr>
              <a:t>已完成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77126-2532-4AAC-8D4D-48913CAE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严格 scorer、UETrack 选型、ERP 环形采样增强、GPU 冒烟、断网镜像、GitHub 草稿 PR。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41E2D3-262F-4B83-8247-1D2911FF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正在运行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FA32B-B9FD-4715-8CBB-3DE26048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671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数据同步与 0030 起的成对评测队列；已有结果自动跳过，GPU 空闲后续跑。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7D7C49-CEE9-467D-83C6-49CF7204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24747"/>
                </a:solidFill>
              </a:defRPr>
            </a:pPr>
            <a:r>
              <a:rPr sz="1650" b="1">
                <a:solidFill>
                  <a:srgbClr val="C24747"/>
                </a:solidFill>
              </a:rPr>
              <a:t>明确边界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B46D47-591E-44C9-87F7-61EFDCC4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LoRAT / ODTrack 没有可验证的固定 checkpoint，因此没有编造分数；当前结论基于 LightFC 与 UETrack。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A4A40-FDEF-4D1B-883B-A6C88A1E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890F3-8DD8-427E-A10A-DFE6BB06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5052C-83D4-4940-9255-C0A1FDAE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698802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9D27D-9F65-456B-A0FE-362F4F27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评测契约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88412-9829-4B5F-82F5-92070FD6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先固定协议，结果才可比较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8D2A2-A8AF-450E-9F4E-D1AE5415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所有外部结果进入同一个 OPE scorer；初始化帧只用于对齐，不参与精度汇总。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6690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8572500"/>
              </a:tblGrid>
              <a:tr h="571500">
                <a:tc>
                  <a:txBody>
                    <a:bodyPr/>
                    <a:lstStyle/>
                    <a:p>
                      <a:r>
                        <a:t>项目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统一约定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框格式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x, y, w, h；预测与 GT 逐帧严格对齐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精度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ordinary IoU + ERP dual IoU（−W / 0 / +W）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汇总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21 点 AUC、SR@0.5；按序列等权 macro average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计时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读取 tracker 原生 timing；不与精度混合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检查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首帧、行数、有限值、宽度归一化全部强校验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4E8C7-CB9E-4D2C-8D4A-4F17583F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这一步把“跑出来了”变成“能复核、能比较、能追责”。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78F1A-9A3A-4478-B1EC-63BCFA56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8D04C-0CD2-402B-97E2-D6BDAF7F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6B980-7270-4E53-9A05-FFEBC1DA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43909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8A36F-AC5C-422D-8D24-44E34286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统一 BAKE-OFF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0A454-FBDA-4D92-ADA4-E9D7C1D3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3 条序列筛选已足够改变主线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915F7-AE6B-415E-828A-6B15060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UETrack 在同一协议下同时赢得精度和速度，因此成为后续几何增强的实验底座。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742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08bbc001914df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2CDC0-6D33-4D6E-8CF9-6857D48D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62150"/>
            <a:ext cx="26479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D90F9-604F-45C9-9E1B-F4178EF6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10"/>
                </a:solidFill>
              </a:defRPr>
            </a:pPr>
            <a:r>
              <a:rPr sz="1800" b="1">
                <a:solidFill>
                  <a:srgbClr val="0B0D10"/>
                </a:solidFill>
              </a:rPr>
              <a:t>选择 UETrack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BD992-CF16-41BF-9384-C3272E9C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AUC +0.1883</a:t>
            </a:r>
          </a:p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SR +0.2266</a:t>
            </a:r>
          </a:p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FPS 61.40 vs 6.78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17607-CE71-47A7-94E6-6042630D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2647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这是选型，不是最终 120 条排行榜。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1EAF2-3BC2-4375-BFEE-C43C7C18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63BAD-8A22-448C-8C02-1049813A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C1A28F-4881-4E3F-A701-7785D86E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188564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E6653-0107-48FF-AA52-A484D0FC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主结果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B2DFB-4324-4CC8-9C66-3605C896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ERP 环形采样在 29 条序列上形成稳定增益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800F4-1C1A-4175-B5F0-36862280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水平边界改为循环采样，垂直方向仍保持常规 padding；跨 seam 的框宽度被保留。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742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1d38185685405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60ED0-4F1C-4067-A360-896F664C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62150"/>
            <a:ext cx="26479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2B2E98-EA59-4B63-931A-FB9A5427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</a:defRPr>
            </a:pPr>
            <a:r>
              <a:rPr sz="2850" b="1">
                <a:solidFill>
                  <a:srgbClr val="3D8DFF"/>
                </a:solidFill>
              </a:rPr>
              <a:t>+0.0968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A44BF-97EB-4BCC-9EA2-050866BB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AUC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51283-02C8-47FD-9882-0271A95C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289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</a:defRPr>
            </a:pPr>
            <a:r>
              <a:rPr sz="2850" b="1">
                <a:solidFill>
                  <a:srgbClr val="3D8DFF"/>
                </a:solidFill>
              </a:rPr>
              <a:t>+0.1235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BFBF0-C4FA-4CA1-98B9-70505C93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861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SR@0.5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367D2-1953-4DC3-8D47-34ADA757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7195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0D10"/>
                </a:solidFill>
              </a:defRPr>
            </a:pPr>
            <a:r>
              <a:rPr sz="1350" b="1">
                <a:solidFill>
                  <a:srgbClr val="0B0D10"/>
                </a:solidFill>
              </a:rPr>
              <a:t>29 条序列 macro average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CDA92-A9EB-4D77-A85F-8E347BA1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745F38-2978-4D27-BCD7-3D639A6A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96A5A-7B67-4C88-926C-D4AE8983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24415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7A57-CE9D-41A0-AC5E-E37A13C7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逐序列证据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471B4-5D0D-4AF2-B4F2-A5C47B52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增益集中在 seam 场景，但并非每条序列都变好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87644-E8A8-4089-BBCE-8EAA4901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保留回归样本，避免把 macro average 讲成普遍提升。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47850"/>
          <a:ext xmlns:a="http://schemas.openxmlformats.org/drawingml/2006/main" cx="10972800" cy="3219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238250"/>
                <a:gridCol w="1428750"/>
                <a:gridCol w="1428750"/>
                <a:gridCol w="1428750"/>
                <a:gridCol w="5715000"/>
              </a:tblGrid>
              <a:tr h="459921">
                <a:tc>
                  <a:txBody>
                    <a:bodyPr/>
                    <a:lstStyle/>
                    <a:p>
                      <a:r>
                        <a:t>序列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Base AUC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ERP AUC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变化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解读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0.5470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0.8806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+0.3336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明显 seam 增益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0003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0.2551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0.6413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+0.3862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明显 seam 增益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0014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0.2616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0.7284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+0.4668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大幅恢复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0018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0.4995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0.8145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+0.3150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大幅恢复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0.1245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0.3078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+0.1833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改善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0029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0.2736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0.2558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−0.0178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保留回归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15644-91CA-44A5-85F4-67A74EBD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下一步不是隐藏回归，而是用全量结果定位何时启用 seam-aware 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F2DAFF-B8CC-4873-A394-411D5E52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A1B15-C400-4AB4-955F-489E0FA3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A8ADD-129D-4D3B-BB4D-6DF342EA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572140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5A1CF-13A2-4B9E-B925-920088AE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工程闭环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951B0-2540-4FFA-B880-0BCDCDD9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研究结果已经落成可复现工程链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54D4E-F0B1-473D-BC2A-EA6B9346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每个环节都有可检查的锚点，服务器和本地交付不依赖口头说明。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D7331-43F1-4CC7-B1F9-2C03319A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316AD-8A7E-4C04-BEEA-A047B75C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65E92A-D6A7-46CF-A15E-501C6E4F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15005-4815-4B70-B976-679979AD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3BF22-9CA0-49F6-ADAF-A21F06C1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32640-C07B-4646-9817-0F5D2893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固定锚点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222A2-06CB-43A5-B29C-68E76BD7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upstream commit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checkpoint SHA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474BF-0FD0-4025-AB68-1DBA2733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B9077-EA18-45BF-805C-03DA9309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E2969-C959-4D46-8698-75318710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统一 scorer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D9D0D-EC76-4D80-B683-4C0ADCF4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严格行数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ordinary + dual IoU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C457C-03FF-4258-B7FA-36AB81F1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EFCEC-48DD-48C4-A8D5-58EAD06F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7097B6-46AD-4D5C-AE46-8D5766FD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服务器评测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F06BD5-0577-4BFE-8090-1192258D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双 3090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可恢复队列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63DAF0-3CDC-4D16-B5FA-DB4ADDAB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E1AB37-830B-440C-8D4D-F3F7F9ED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211C6-0615-4EA8-B07B-A7C22659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离线镜像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6EA4A4-23F2-4789-AC24-49FD5ED9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CUDA 12.1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file protocol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E5E33A-C73B-41C0-AD08-776F0CB1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D10"/>
                </a:solidFill>
              </a:defRPr>
            </a:pPr>
            <a:r>
              <a:rPr sz="1875" b="1">
                <a:solidFill>
                  <a:srgbClr val="0B0D10"/>
                </a:solidFill>
              </a:rPr>
              <a:t>可复现 ≠ 只有代码：还要有权重、数据、协议、运行环境和校验值。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47E212-8D64-4A83-B386-101F24B8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C68C71-5A1C-493A-ADAC-5377969B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A018F9-B487-4BBD-9CB7-F9B21337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25532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C19CA-113E-4C1E-96F9-912BA1EC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交付地图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3FD18-D6BD-405D-B0AE-D9D5B51F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交付物已分成三处，路径清晰可查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772F2-A9BE-4719-A4D4-F5D42C4B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4F01B-C15D-4EAE-99F6-86F03A2E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本地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E2443-7327-4D39-AB68-2C57C1CB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3815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代码与报告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D:/instan/pano360/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阶段原始结果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D:/instan/pano360/runs/grt360_20260809/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离线镜像 tar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D:/instan/deliverables/GRT360_2026-08-09/docker/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2D602-FAC2-4154-BE2C-E7F8DA0E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621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9F84C-BD59-4C1B-A30F-42B53FFA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服务器 /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5E386-CCA3-44B1-8DD3-8371586D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05050"/>
            <a:ext cx="43815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服务器代码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/data/projects/instan_grt360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服务器原始结果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/data/projects/instan/runs/grt360_20260809/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GitHub 草稿 PR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https://github.com/A3435331841/instan/pull/1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00336-886B-4DB7-9958-9A55CFEF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镜像包约 5.99 GB；仓库不包含数据、权重和 token。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D5F1E-820B-436D-8ED6-B4C003CA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29535-1880-4136-9014-687827A2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A9E99-5050-4559-B9DE-4CE3559A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053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346F7-85B8-4122-9C04-378EE574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143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FD1B1-8090-4C2C-BBA8-7816F8D5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9715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现在的正确动作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94F61-06DA-48F8-B03E-17D30B56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19250"/>
            <a:ext cx="923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D10"/>
                </a:solidFill>
              </a:defRPr>
            </a:pPr>
            <a:r>
              <a:rPr sz="3150" b="1">
                <a:solidFill>
                  <a:srgbClr val="0B0D10"/>
                </a:solidFill>
              </a:rPr>
              <a:t>让全量队列跑完，再冻结最终 120 条结论。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81573-6413-4B05-9F29-434B3B63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5B6470"/>
                </a:solidFill>
              </a:defRPr>
            </a:pPr>
            <a:r>
              <a:rPr sz="1725">
                <a:solidFill>
                  <a:srgbClr val="5B6470"/>
                </a:solidFill>
              </a:rPr>
              <a:t>当前已具备：可比较的协议、已验证的主干、可解释的几何增强、断网镜像和服务器后台队列。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E6D8F-ABBA-4A91-86FE-D9F3A60B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3350"/>
            <a:ext cx="838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6002E-5B87-4661-A655-80611252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阶段状态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C6F41-E889-4657-B45E-D3A026C2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05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B0D10"/>
                </a:solidFill>
              </a:defRPr>
            </a:pPr>
            <a:r>
              <a:rPr sz="1500">
                <a:solidFill>
                  <a:srgbClr val="0B0D10"/>
                </a:solidFill>
              </a:rPr>
              <a:t>29 条已汇总 · 0030–0039 已成对完成 · 0045/0046 等待数据到齐 · 120 条全量尚未宣称完成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136FC-88EB-446D-B6F0-9620A3CD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91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下一次更新：全量 score + 最终报告 + PR 更新。</a:t>
            </a:r>
          </a:p>
        </p:txBody>
      </p:sp>
    </p:spTree>
    <p:extLst>
      <p:ext uri="{BB962C8B-B14F-4D97-AF65-F5344CB8AC3E}">
        <p14:creationId xmlns:p14="http://schemas.microsoft.com/office/powerpoint/2010/main" val="6046724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2026-08-09T07:28:19.1150000Z</dcterms:created>
  <dcterms:modified xsi:type="dcterms:W3CDTF">2026-08-09T07:28:19.1150000Z</dcterms:modified>
</coreProperties>
</file>